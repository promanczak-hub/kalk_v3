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Kalkulator V3 vs Architektura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Porównanie systemu, bezpieczeństwa marży i architektury kalkulacyjnej</a:t>
            </a:r>
          </a:p>
          <a:p>
            <a:r>
              <a:t>Prezentacja dla Zarządu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Biznesowe Cele Transformacji (Dlaczego V3?)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Bezpieczeństwo finansowe i Data-Driven:</a:t>
            </a:r>
          </a:p>
          <a:p>
            <a:pPr lvl="1"/>
            <a:r>
              <a:t>Zero Hardkodowania: Odeszliśmy od wpisywania na stałe konkretnych marek/modeli i kwot w kodzie źródłowym.</a:t>
            </a:r>
          </a:p>
          <a:p>
            <a:pPr lvl="1"/>
            <a:r>
              <a:t>Elastyczność: Wszystkie parametry i cenniki pobierane są dynamicznie z dedykowanej bazy danych.</a:t>
            </a:r>
          </a:p>
          <a:p>
            <a:r>
              <a:t>Ochrona przed 'Cichymi Błędami' (Zasada Fail-Fast):</a:t>
            </a:r>
          </a:p>
          <a:p>
            <a:pPr lvl="1"/>
            <a:r>
              <a:t>W V1 system często kontynuował obliczenia korzystając z domyślnych stałych gdy brakowało danych.</a:t>
            </a:r>
          </a:p>
          <a:p>
            <a:pPr lvl="1"/>
            <a:r>
              <a:t>W V3, w razie braku stawki (np. ubezpieczenia), wyliczenie jest natychmiast zatrzymywane z jasnym alarmem, ucinając ryzyko błędu w marży.</a:t>
            </a:r>
          </a:p>
          <a:p>
            <a:r>
              <a:t>Pełna Transparentność (Ślad Rewizyjny):</a:t>
            </a:r>
          </a:p>
          <a:p>
            <a:pPr lvl="1"/>
            <a:r>
              <a:t>Każda wyliczona liczba na dokumencie końcowym ma swój cyfrowy dowód matematyczny (z jakiego działania się dokładnie wzięła).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Różnice w działaniu: Orkiestrator i Kalkulatory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188720"/>
          <a:ext cx="8778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  <a:gridCol w="347472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Komponent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Kalkulator V1 (Mechanizm Zastany)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Kalkulator V3 (Nowoczesny)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Orkiestrator (Główny silnik)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Ciężki organizm współdzielący ten sam stan dla wszystkich modułów. Podatny na niezauważone nadpisywanie zmiennych.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Restrykcyjny Pipeline (12 ściśle oddzielonych kroków). Każdy subkalkulator to szczelna fabryka posiadająca wejście i konkretne wyjście. Jawny wstępny audyt danych (Readiness Check).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Sub: Opony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Składniki hardkodowane na sztywno, ukryte progi i domniemane ceny za sztukę.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Sterowany elastyczną bazą danych. Obsługa 11 rozmiarów x 13 kategorii opon i konkretnych progów przebiegowych odcinających zużycie. Kalkulacja za komplet, gotowa operacyjnie.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Sub: Koszty Dodatkowe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Wszelkie dotacje i ryczałty zaszyte w logice kodu.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Uporządkowany izolowany moduł, uwzględnia precyzyjnie przygotowanie pojazdu i łatwość manipulacji kosztem czynszu administracyjnego przed wrzuceniem do CAPEXu.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Sub: Samochód Zastępczy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Rozmyta odpowiedzialność w obliczeniach zintegrowanych z innymi serwisami.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Wysłany do osobnego kontenera obliczeniowego, parametry i wirtualne stawki potwierdzone wprost, bardzo ułatwione debugowanie biznesowe.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Sub: Serwis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Ukryte progi miesięczne (km), w przypadku błędów milczał.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Strukturalna analiza wg przebiegu klasowego (minimalny próg 1667 km/mc twardo wyegzekwowany). Korekta kosztów (% power-bandu) wydzielona i w pełni audytowalna.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Różnice w działaniu: Pozostałe Kalkulatory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188720"/>
          <a:ext cx="8778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  <a:gridCol w="347472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Komponent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Kalkulator V1 (Mechanizm Zastany)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Kalkulator V3 (Nowoczesny)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Sub: Ubezpieczenie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Pętla 7-letnia, 'ciche ratowanie' zniżek; gdy system nie pobrał stawki AC/OC dla 5-roku, to generował zero, psując marżę całej umowy.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Zatrzymana Pętla 7-letnia. Całkowity zakaz 'Fallbacków'. System odmawia przeliczenia, ratując biznes przed sprzedażą i raportując dokładny brak, np. 'Brak stawki dla Klasy Premium rocznik 2025'.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Sub: Utrata Wartości (RV)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Bardzo złożony, mętny black-box pełen instrukcji opartych o stare ID aut. Brak jasności jak wyliczona kwota powstała.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V1 Parity: Matematyka przełożona 1:1 ze starego sytemu dla bezpieczeństwa, jednak z nałożonym 'Śladem Rewizyjnym'. Widzimy każdą wziętą do potrącenia oponę z osobna na czytelnym wyciągu JSON.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Sub: Cena Zakupu (CAPEX)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Brak struktury wejścia ceny netto vs transport. Rozliczenia podatkowe mocno chaotyczne.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Twardy fundament netto-based CAPEX. Czysty podział na pozycje niepodlegające rabatowaniu (non-discountable) i podstawę rabatową, ułatwia dogadanie z dilerami.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Sub: Finanse &amp; Amortyzacja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Algorytm PMT z gąszczem ifów blokujących różne typy wkładów.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Elastyczne i w pełni izolowane od czynników zewnętrznych wzory matematyczne, odporne na podanie okresów ujemnych.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Sub: Budżet Mktg &amp; Koszt Dz.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Sklejone z całością raportowania, nieistniejące w postaci autonomicznych wyliczeń.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Samodzielne mikroserwisy (jedno przejrzyste mnożenie WR x VAT x budżet %), dające się łatwo modelować w przyszłości bez psucia głównego trzonu kalkulacji.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Podsumowanie dla Biznesu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Pełna kontrola nad rentownością:</a:t>
            </a:r>
          </a:p>
          <a:p>
            <a:pPr lvl="1"/>
            <a:r>
              <a:t>Koniec z ukrytymi stratami wynikającymi z nieaktualnych stawek. System w V3 raczej odmówi wykonania operacji, niż wypuści ofertę opartą o błędne lub darmowe (zero) parametry serwisowe/AC.</a:t>
            </a:r>
          </a:p>
          <a:p>
            <a:r>
              <a:t>Agility (Szybkość Dostosowania):</a:t>
            </a:r>
          </a:p>
          <a:p>
            <a:pPr lvl="1"/>
            <a:r>
              <a:t>Nasz zespół może konfigurować nowe produkty prosto przez dynamiczny Panel Sterowania bez zlecania tygodni pracy programistycznej.</a:t>
            </a:r>
          </a:p>
          <a:p>
            <a:r>
              <a:t>Solidny punkt wyjścia dla AI i Automatyzacji:</a:t>
            </a:r>
          </a:p>
          <a:p>
            <a:pPr lvl="1"/>
            <a:r>
              <a:t>Czysta, ścisła architektura pozwala na szybkie zapięcie zaawansowanych algorytmów analizy rynku (np. auto-czytanie cenników PDF za pomocą Vertex/Docling), bez narażania precyzji samego serca finansowego.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